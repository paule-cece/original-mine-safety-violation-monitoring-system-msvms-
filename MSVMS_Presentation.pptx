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Mine Safety Violation Monitoring System (MSVMS)</a:t>
            </a:r>
          </a:p>
          <a:p>
            <a:r>
              <a:t>Paule Celeste Mimba Essone</a:t>
            </a:r>
          </a:p>
          <a:p>
            <a:r>
              <a:t>AUCA</a:t>
            </a:r>
          </a:p>
          <a:p>
            <a:r>
              <a:t>Date: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Mining industry accidents: collapses, explosions, safety breaches</a:t>
            </a:r>
          </a:p>
          <a:p>
            <a:r>
              <a:t>• Thousands of workers injured yearly</a:t>
            </a:r>
          </a:p>
          <a:p>
            <a:r>
              <a:t>• Causes: lack of monitoring, manual tracking, no automated alerts</a:t>
            </a:r>
          </a:p>
          <a:p>
            <a:r>
              <a:t>• Need for intelligent and automated safety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Objectives:</a:t>
            </a:r>
          </a:p>
          <a:p>
            <a:r>
              <a:t>• Create database for sites, workers, violations</a:t>
            </a:r>
          </a:p>
          <a:p>
            <a:r>
              <a:t>• Automate detection/classification via PL/SQL</a:t>
            </a:r>
          </a:p>
          <a:p>
            <a:r>
              <a:t>• Generate alerts &amp; reports</a:t>
            </a:r>
          </a:p>
          <a:p>
            <a:r>
              <a:t>• Promote prevention &amp; safety culture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tables:</a:t>
            </a:r>
          </a:p>
          <a:p>
            <a:r>
              <a:t>1. MINE_SITE</a:t>
            </a:r>
          </a:p>
          <a:p>
            <a:r>
              <a:t>2. EMPLOYEE</a:t>
            </a:r>
          </a:p>
          <a:p>
            <a:r>
              <a:t>3. VIOLATION</a:t>
            </a:r>
          </a:p>
          <a:p>
            <a:r>
              <a:t>4. INSPECTION</a:t>
            </a:r>
          </a:p>
          <a:p>
            <a:r>
              <a:t>5. RECOMMENDATION</a:t>
            </a:r>
          </a:p>
          <a:p/>
          <a:p>
            <a:r>
              <a:t>Relations:</a:t>
            </a:r>
          </a:p>
          <a:p>
            <a:r>
              <a:t>• Site → Employees &amp; Inspections</a:t>
            </a:r>
          </a:p>
          <a:p>
            <a:r>
              <a:t>• Employee → Violations</a:t>
            </a:r>
          </a:p>
          <a:p>
            <a:r>
              <a:t>• Violations →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Workflow:</a:t>
            </a:r>
          </a:p>
          <a:p>
            <a:r>
              <a:t>• Recording incidents</a:t>
            </a:r>
          </a:p>
          <a:p>
            <a:r>
              <a:t>• Automatic PL/SQL processing</a:t>
            </a:r>
          </a:p>
          <a:p>
            <a:r>
              <a:t>• Trigger alerts</a:t>
            </a:r>
          </a:p>
          <a:p>
            <a:r>
              <a:t>• Generate reports</a:t>
            </a:r>
          </a:p>
          <a:p>
            <a:r>
              <a:t>• Management follow-up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</a:t>
            </a:r>
          </a:p>
          <a:p>
            <a:r>
              <a:t>• Oracle Database</a:t>
            </a:r>
          </a:p>
          <a:p>
            <a:r>
              <a:t>• PL/SQL procedures</a:t>
            </a:r>
          </a:p>
          <a:p>
            <a:r>
              <a:t>• Functions &amp; triggers</a:t>
            </a:r>
          </a:p>
          <a:p>
            <a:r>
              <a:t>• Cursors for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Triggers: automatic alerts</a:t>
            </a:r>
          </a:p>
          <a:p>
            <a:r>
              <a:t>• Procedures: violation recording &amp; reports</a:t>
            </a:r>
          </a:p>
          <a:p>
            <a:r>
              <a:t>• Functions: risk score</a:t>
            </a:r>
          </a:p>
          <a:p>
            <a:r>
              <a:t>• Cursors: periodic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Dashboards</a:t>
            </a:r>
          </a:p>
          <a:p>
            <a:r>
              <a:t>• KPIs</a:t>
            </a:r>
          </a:p>
          <a:p>
            <a:r>
              <a:t>• Periodic summary reports</a:t>
            </a:r>
          </a:p>
          <a:p>
            <a:r>
              <a:t>• Violation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Processed data</a:t>
            </a:r>
          </a:p>
          <a:p>
            <a:r>
              <a:t>• Test executions</a:t>
            </a:r>
          </a:p>
          <a:p>
            <a:r>
              <a:t>• Screenshots (not included)</a:t>
            </a:r>
          </a:p>
          <a:p>
            <a:r>
              <a:t>• Improved safety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Stronger prevention</a:t>
            </a:r>
          </a:p>
          <a:p>
            <a:r>
              <a:t>• Automated risk management</a:t>
            </a:r>
          </a:p>
          <a:p>
            <a:r>
              <a:t>• Better decision-making</a:t>
            </a:r>
          </a:p>
          <a:p>
            <a:r>
              <a:t>• Sustainable safety 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